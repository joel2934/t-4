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3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3291840" cy="329184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1371600" cy="13716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Tracker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 productivity tool that turns raw meeting transcripts into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summaries, tracked action items, and searchable meeting memory.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FASTAPI   ·   STREAMLIT   ·   LLM + VECTOR 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through the eyes of the people who sit in these meetings every week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33172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365760" cy="365760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actually agree on in that call?”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33172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96596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owns this, and by when?”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33172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965960"/>
            <a:ext cx="365760" cy="36576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C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keep re-explaining decisions from meetings I wasn’t in.”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to the team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01184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7316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lost because notes are inconsistent or never taken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035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fall through the cracks with no clear owner or deadline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961888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3387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discussions aren’t searchable, so the same ground gets re-covered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transcript to structured, searchable meeting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45336"/>
            <a:ext cx="201168" cy="201168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err="1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cs typeface="Calibri" pitchFamily="34" charset="-120"/>
              </a:rPr>
              <a:t>Faster-Whisper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860804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9" name="Shape 7"/>
          <p:cNvSpPr/>
          <p:nvPr/>
        </p:nvSpPr>
        <p:spPr>
          <a:xfrm>
            <a:off x="2734056" y="1417320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898648" y="1545336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3191256" y="1508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35224" y="1874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err="1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(GPT-4o-mini)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1860804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9472" y="1417320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84064" y="1545336"/>
            <a:ext cx="201168" cy="201168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1508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Storage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 I/O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93992" y="1860804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104888" y="1417320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545336"/>
            <a:ext cx="201168" cy="201168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7562088" y="1508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Chunk + Embed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06056" y="1874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cs typeface="Calibri" pitchFamily="34" charset="-120"/>
              </a:rPr>
              <a:t>(all-MiniLM-L6-v2)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2148" y="2468880"/>
            <a:ext cx="914" cy="265176"/>
          </a:xfrm>
          <a:prstGeom prst="line">
            <a:avLst/>
          </a:prstGeom>
          <a:noFill/>
          <a:ln w="25400">
            <a:solidFill>
              <a:srgbClr val="3A3A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2734056"/>
            <a:ext cx="6556248" cy="914"/>
          </a:xfrm>
          <a:prstGeom prst="line">
            <a:avLst/>
          </a:prstGeom>
          <a:noFill/>
          <a:ln w="25400">
            <a:solidFill>
              <a:srgbClr val="3A3A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2734056"/>
            <a:ext cx="914" cy="265176"/>
          </a:xfrm>
          <a:prstGeom prst="line">
            <a:avLst/>
          </a:prstGeom>
          <a:noFill/>
          <a:ln w="25400">
            <a:solidFill>
              <a:srgbClr val="3A3A4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2999232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3127248"/>
            <a:ext cx="201168" cy="201168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Vector Store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vector pairs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cs typeface="Calibri" pitchFamily="34" charset="-120"/>
              </a:rPr>
              <a:t>(JSON)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3442716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34056" y="2999232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98648" y="3127248"/>
            <a:ext cx="201168" cy="201168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33" name="Text 31"/>
          <p:cNvSpPr/>
          <p:nvPr/>
        </p:nvSpPr>
        <p:spPr>
          <a:xfrm>
            <a:off x="3191256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Semantic Search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935224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cs typeface="Calibri" pitchFamily="34" charset="-120"/>
              </a:rPr>
              <a:t>(NumPy)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3442716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9472" y="2999232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84064" y="3127248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5376672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LLM Answer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20640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err="1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Completion)</a:t>
            </a:r>
          </a:p>
        </p:txBody>
      </p:sp>
      <p:sp>
        <p:nvSpPr>
          <p:cNvPr id="40" name="Shape 38"/>
          <p:cNvSpPr/>
          <p:nvPr/>
        </p:nvSpPr>
        <p:spPr>
          <a:xfrm>
            <a:off x="6793992" y="3442716"/>
            <a:ext cx="310896" cy="164592"/>
          </a:xfrm>
          <a:prstGeom prst="rightArrow">
            <a:avLst/>
          </a:prstGeom>
          <a:solidFill>
            <a:srgbClr val="3A3A40"/>
          </a:solidFill>
          <a:ln/>
        </p:spPr>
      </p:sp>
      <p:sp>
        <p:nvSpPr>
          <p:cNvPr id="41" name="Shape 39"/>
          <p:cNvSpPr/>
          <p:nvPr/>
        </p:nvSpPr>
        <p:spPr>
          <a:xfrm>
            <a:off x="7104888" y="2999232"/>
            <a:ext cx="1874520" cy="105156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42" name="Shape 40"/>
          <p:cNvSpPr/>
          <p:nvPr/>
        </p:nvSpPr>
        <p:spPr>
          <a:xfrm>
            <a:off x="7269480" y="3127248"/>
            <a:ext cx="201168" cy="201168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43" name="Text 41"/>
          <p:cNvSpPr/>
          <p:nvPr/>
        </p:nvSpPr>
        <p:spPr>
          <a:xfrm>
            <a:off x="7562088" y="3090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Tracker + Export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306056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 err="1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95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endpoints</a:t>
            </a:r>
            <a:br>
              <a:rPr lang="en-US" sz="95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4325112"/>
            <a:ext cx="11064240" cy="566928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432511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run once per meeting on ingest. Steps 5–8 run on demand — every time a user asks a follow-up question or opens the tracker.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the architecture, stage by stage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746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transcript (or records/uploads audio, transcribed locally with Whisper) via the Streamlit UI.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728216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746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06640" y="2084832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call (OpenRouter) returns a structured summary: Overview, Decisions, and Risks / Open Questions.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300984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6C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319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Actions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657600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LLM call pulls out action items as structured JSON — task, owner, deadline — without inventing missing fields.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55080" y="3172968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3300984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3319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Embed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06640" y="3657600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summary, and actions are saved as JSON. The transcript is chunked and embedded for semantic search.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745736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73752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892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230368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is embedded, matched against stored chunks by cosine similarity, and answered by the LLM using only retrieved context.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55080" y="4745736"/>
            <a:ext cx="5440680" cy="13716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873752"/>
            <a:ext cx="9144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6C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4892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Export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06640" y="5230368"/>
            <a:ext cx="42062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live in a tracker with open/done status and can be exported as a clean Markdown summary.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what we chose — and what we gave 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23232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6002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64240" cy="1024128"/>
          </a:xfrm>
          <a:prstGeom prst="rect">
            <a:avLst/>
          </a:prstGeom>
          <a:solidFill>
            <a:srgbClr val="0B0B0D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2057400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0" y="205740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26680" y="2057400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support, automatic Swagger docs, and built-in request validation via Pydantic — less boilerplate for a JSON API.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1064240" cy="1024128"/>
          </a:xfrm>
          <a:prstGeom prst="rect">
            <a:avLst/>
          </a:prstGeom>
          <a:solidFill>
            <a:srgbClr val="1B1B1F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81528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3081528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(local)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94960" y="308152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Cohere embedding APIs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26680" y="3081528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runs offline, no extra API key — traded a small quality ceiling for zero cost and simplicity.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11064240" cy="1024128"/>
          </a:xfrm>
          <a:prstGeom prst="rect">
            <a:avLst/>
          </a:prstGeom>
          <a:solidFill>
            <a:srgbClr val="0B0B0D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05656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logic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51760" y="4105656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extraction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94960" y="410565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/ keyword heuristics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4105656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reliable at handling natural phrasing and leaving owner/deadline blank when genuinely unstated.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48640" y="5129784"/>
            <a:ext cx="11064240" cy="1024128"/>
          </a:xfrm>
          <a:prstGeom prst="rect">
            <a:avLst/>
          </a:prstGeom>
          <a:solidFill>
            <a:srgbClr val="1B1B1F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9784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51760" y="5129784"/>
            <a:ext cx="2514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JSON files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5129784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vector database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5129784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 and fully sufficient at this scale; a real DB (e.g. FAISS, Postgres) is the natural next step at production scale.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3840480" cy="384048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029200"/>
            <a:ext cx="2194560" cy="2194560"/>
          </a:xfrm>
          <a:prstGeom prst="ellipse">
            <a:avLst/>
          </a:prstGeom>
          <a:solidFill>
            <a:srgbClr val="2CB6A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46888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Summarizer &amp; Action-Item Tracker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558</Words>
  <Application>Microsoft Macintosh PowerPoint</Application>
  <PresentationFormat>Widescreen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Kaashavi bhardwaj</cp:lastModifiedBy>
  <cp:revision>2</cp:revision>
  <dcterms:created xsi:type="dcterms:W3CDTF">2026-08-16T05:41:21Z</dcterms:created>
  <dcterms:modified xsi:type="dcterms:W3CDTF">2026-08-16T06:02:11Z</dcterms:modified>
</cp:coreProperties>
</file>